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22"/>
  </p:notesMasterIdLst>
  <p:sldIdLst>
    <p:sldId id="530" r:id="rId2"/>
    <p:sldId id="547" r:id="rId3"/>
    <p:sldId id="531" r:id="rId4"/>
    <p:sldId id="551" r:id="rId5"/>
    <p:sldId id="552" r:id="rId6"/>
    <p:sldId id="553" r:id="rId7"/>
    <p:sldId id="554" r:id="rId8"/>
    <p:sldId id="534" r:id="rId9"/>
    <p:sldId id="555" r:id="rId10"/>
    <p:sldId id="546" r:id="rId11"/>
    <p:sldId id="550" r:id="rId12"/>
    <p:sldId id="556" r:id="rId13"/>
    <p:sldId id="557" r:id="rId14"/>
    <p:sldId id="558" r:id="rId15"/>
    <p:sldId id="559" r:id="rId16"/>
    <p:sldId id="560" r:id="rId17"/>
    <p:sldId id="561" r:id="rId18"/>
    <p:sldId id="562" r:id="rId19"/>
    <p:sldId id="563" r:id="rId20"/>
    <p:sldId id="54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86C4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F322C-A49B-4D06-BC4F-002946DEA765}" v="33" dt="2026-02-20T15:03:01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P" userId="2b3d7d957052d65d" providerId="LiveId" clId="{A8FFFCB9-7562-42D1-8A5F-10A91F5B88A9}"/>
    <pc:docChg chg="undo custSel addSld delSld modSld sldOrd">
      <pc:chgData name="Gowtham P" userId="2b3d7d957052d65d" providerId="LiveId" clId="{A8FFFCB9-7562-42D1-8A5F-10A91F5B88A9}" dt="2026-02-20T15:06:39.709" v="403" actId="1076"/>
      <pc:docMkLst>
        <pc:docMk/>
      </pc:docMkLst>
      <pc:sldChg chg="addSp delSp modSp mod">
        <pc:chgData name="Gowtham P" userId="2b3d7d957052d65d" providerId="LiveId" clId="{A8FFFCB9-7562-42D1-8A5F-10A91F5B88A9}" dt="2026-02-20T15:03:54.232" v="402" actId="14100"/>
        <pc:sldMkLst>
          <pc:docMk/>
          <pc:sldMk cId="1723491119" sldId="530"/>
        </pc:sldMkLst>
        <pc:spChg chg="mod">
          <ac:chgData name="Gowtham P" userId="2b3d7d957052d65d" providerId="LiveId" clId="{A8FFFCB9-7562-42D1-8A5F-10A91F5B88A9}" dt="2026-02-20T14:03:23.934" v="91" actId="1076"/>
          <ac:spMkLst>
            <pc:docMk/>
            <pc:sldMk cId="1723491119" sldId="530"/>
            <ac:spMk id="2" creationId="{DC870DB4-0446-EF22-E8E0-3A5B83923AC0}"/>
          </ac:spMkLst>
        </pc:spChg>
        <pc:spChg chg="mod">
          <ac:chgData name="Gowtham P" userId="2b3d7d957052d65d" providerId="LiveId" clId="{A8FFFCB9-7562-42D1-8A5F-10A91F5B88A9}" dt="2026-02-20T15:03:54.232" v="402" actId="14100"/>
          <ac:spMkLst>
            <pc:docMk/>
            <pc:sldMk cId="1723491119" sldId="530"/>
            <ac:spMk id="6" creationId="{6598EE63-A40D-BE13-8777-597FCB492F07}"/>
          </ac:spMkLst>
        </pc:spChg>
        <pc:picChg chg="del">
          <ac:chgData name="Gowtham P" userId="2b3d7d957052d65d" providerId="LiveId" clId="{A8FFFCB9-7562-42D1-8A5F-10A91F5B88A9}" dt="2026-02-20T13:57:22.160" v="1" actId="478"/>
          <ac:picMkLst>
            <pc:docMk/>
            <pc:sldMk cId="1723491119" sldId="530"/>
            <ac:picMk id="3" creationId="{6F4555ED-959C-943D-4BB6-75CA3DCFA03F}"/>
          </ac:picMkLst>
        </pc:picChg>
        <pc:picChg chg="add mod">
          <ac:chgData name="Gowtham P" userId="2b3d7d957052d65d" providerId="LiveId" clId="{A8FFFCB9-7562-42D1-8A5F-10A91F5B88A9}" dt="2026-02-20T14:04:48.960" v="95" actId="1076"/>
          <ac:picMkLst>
            <pc:docMk/>
            <pc:sldMk cId="1723491119" sldId="530"/>
            <ac:picMk id="5" creationId="{6A44B80E-9B52-B330-7293-8F1EF07CFEE3}"/>
          </ac:picMkLst>
        </pc:picChg>
      </pc:sldChg>
      <pc:sldChg chg="addSp delSp modSp mod ord">
        <pc:chgData name="Gowtham P" userId="2b3d7d957052d65d" providerId="LiveId" clId="{A8FFFCB9-7562-42D1-8A5F-10A91F5B88A9}" dt="2026-02-20T15:06:39.709" v="403" actId="1076"/>
        <pc:sldMkLst>
          <pc:docMk/>
          <pc:sldMk cId="3548027083" sldId="531"/>
        </pc:sldMkLst>
        <pc:spChg chg="add mod">
          <ac:chgData name="Gowtham P" userId="2b3d7d957052d65d" providerId="LiveId" clId="{A8FFFCB9-7562-42D1-8A5F-10A91F5B88A9}" dt="2026-02-20T15:06:39.709" v="403" actId="1076"/>
          <ac:spMkLst>
            <pc:docMk/>
            <pc:sldMk cId="3548027083" sldId="531"/>
            <ac:spMk id="3" creationId="{BA490240-C3B1-9C75-4939-EC92C1DA979E}"/>
          </ac:spMkLst>
        </pc:spChg>
        <pc:spChg chg="del">
          <ac:chgData name="Gowtham P" userId="2b3d7d957052d65d" providerId="LiveId" clId="{A8FFFCB9-7562-42D1-8A5F-10A91F5B88A9}" dt="2026-02-20T14:19:18.931" v="142" actId="478"/>
          <ac:spMkLst>
            <pc:docMk/>
            <pc:sldMk cId="3548027083" sldId="531"/>
            <ac:spMk id="10" creationId="{56F8AC6F-C55E-FA02-AB05-E290A3F9E3A0}"/>
          </ac:spMkLst>
        </pc:spChg>
        <pc:spChg chg="del">
          <ac:chgData name="Gowtham P" userId="2b3d7d957052d65d" providerId="LiveId" clId="{A8FFFCB9-7562-42D1-8A5F-10A91F5B88A9}" dt="2026-02-20T14:19:15.986" v="141" actId="478"/>
          <ac:spMkLst>
            <pc:docMk/>
            <pc:sldMk cId="3548027083" sldId="531"/>
            <ac:spMk id="11" creationId="{587663C0-A3BE-9258-CC86-A40D9F244D41}"/>
          </ac:spMkLst>
        </pc:spChg>
        <pc:spChg chg="del">
          <ac:chgData name="Gowtham P" userId="2b3d7d957052d65d" providerId="LiveId" clId="{A8FFFCB9-7562-42D1-8A5F-10A91F5B88A9}" dt="2026-02-20T14:19:21.888" v="144" actId="478"/>
          <ac:spMkLst>
            <pc:docMk/>
            <pc:sldMk cId="3548027083" sldId="531"/>
            <ac:spMk id="12" creationId="{F1F6B103-E37F-E308-0C45-EA876BBCE4EF}"/>
          </ac:spMkLst>
        </pc:spChg>
        <pc:spChg chg="del">
          <ac:chgData name="Gowtham P" userId="2b3d7d957052d65d" providerId="LiveId" clId="{A8FFFCB9-7562-42D1-8A5F-10A91F5B88A9}" dt="2026-02-20T14:19:20.608" v="143" actId="478"/>
          <ac:spMkLst>
            <pc:docMk/>
            <pc:sldMk cId="3548027083" sldId="531"/>
            <ac:spMk id="13" creationId="{AF49D1A2-A193-2FAD-8F82-16847CBCA68A}"/>
          </ac:spMkLst>
        </pc:spChg>
        <pc:picChg chg="add mod">
          <ac:chgData name="Gowtham P" userId="2b3d7d957052d65d" providerId="LiveId" clId="{A8FFFCB9-7562-42D1-8A5F-10A91F5B88A9}" dt="2026-02-20T14:08:03.986" v="127"/>
          <ac:picMkLst>
            <pc:docMk/>
            <pc:sldMk cId="3548027083" sldId="531"/>
            <ac:picMk id="2" creationId="{8E340160-5B39-B148-C812-DCA107465AF9}"/>
          </ac:picMkLst>
        </pc:picChg>
        <pc:picChg chg="del">
          <ac:chgData name="Gowtham P" userId="2b3d7d957052d65d" providerId="LiveId" clId="{A8FFFCB9-7562-42D1-8A5F-10A91F5B88A9}" dt="2026-02-20T14:08:05.558" v="128" actId="478"/>
          <ac:picMkLst>
            <pc:docMk/>
            <pc:sldMk cId="3548027083" sldId="531"/>
            <ac:picMk id="14" creationId="{B4C91B82-76D6-FCD6-0922-C47BD546C3A7}"/>
          </ac:picMkLst>
        </pc:picChg>
      </pc:sldChg>
      <pc:sldChg chg="addSp delSp modSp mod ord">
        <pc:chgData name="Gowtham P" userId="2b3d7d957052d65d" providerId="LiveId" clId="{A8FFFCB9-7562-42D1-8A5F-10A91F5B88A9}" dt="2026-02-20T14:19:39.125" v="152"/>
        <pc:sldMkLst>
          <pc:docMk/>
          <pc:sldMk cId="548476299" sldId="534"/>
        </pc:sldMkLst>
        <pc:spChg chg="del">
          <ac:chgData name="Gowtham P" userId="2b3d7d957052d65d" providerId="LiveId" clId="{A8FFFCB9-7562-42D1-8A5F-10A91F5B88A9}" dt="2026-02-20T14:19:26.784" v="145" actId="478"/>
          <ac:spMkLst>
            <pc:docMk/>
            <pc:sldMk cId="548476299" sldId="534"/>
            <ac:spMk id="8" creationId="{108D6D63-6F71-0446-C2BF-2519ABC541B6}"/>
          </ac:spMkLst>
        </pc:spChg>
        <pc:spChg chg="del">
          <ac:chgData name="Gowtham P" userId="2b3d7d957052d65d" providerId="LiveId" clId="{A8FFFCB9-7562-42D1-8A5F-10A91F5B88A9}" dt="2026-02-20T14:19:28.380" v="146" actId="478"/>
          <ac:spMkLst>
            <pc:docMk/>
            <pc:sldMk cId="548476299" sldId="534"/>
            <ac:spMk id="9" creationId="{8E263FD3-2522-79F4-D99C-31A474321BFD}"/>
          </ac:spMkLst>
        </pc:spChg>
        <pc:picChg chg="add mod">
          <ac:chgData name="Gowtham P" userId="2b3d7d957052d65d" providerId="LiveId" clId="{A8FFFCB9-7562-42D1-8A5F-10A91F5B88A9}" dt="2026-02-20T14:07:56.376" v="126" actId="14100"/>
          <ac:picMkLst>
            <pc:docMk/>
            <pc:sldMk cId="548476299" sldId="534"/>
            <ac:picMk id="2" creationId="{95E347D3-FE84-AE20-D3CA-59B8E17872C8}"/>
          </ac:picMkLst>
        </pc:picChg>
        <pc:picChg chg="del">
          <ac:chgData name="Gowtham P" userId="2b3d7d957052d65d" providerId="LiveId" clId="{A8FFFCB9-7562-42D1-8A5F-10A91F5B88A9}" dt="2026-02-20T14:07:35.622" v="122" actId="478"/>
          <ac:picMkLst>
            <pc:docMk/>
            <pc:sldMk cId="548476299" sldId="534"/>
            <ac:picMk id="11" creationId="{EA4BDC08-93F0-35CF-CA4F-B945C38B5F9A}"/>
          </ac:picMkLst>
        </pc:picChg>
      </pc:sldChg>
      <pc:sldChg chg="addSp delSp modSp mod">
        <pc:chgData name="Gowtham P" userId="2b3d7d957052d65d" providerId="LiveId" clId="{A8FFFCB9-7562-42D1-8A5F-10A91F5B88A9}" dt="2026-02-20T14:08:44.757" v="136" actId="20577"/>
        <pc:sldMkLst>
          <pc:docMk/>
          <pc:sldMk cId="1877701230" sldId="544"/>
        </pc:sldMkLst>
        <pc:spChg chg="mod">
          <ac:chgData name="Gowtham P" userId="2b3d7d957052d65d" providerId="LiveId" clId="{A8FFFCB9-7562-42D1-8A5F-10A91F5B88A9}" dt="2026-02-20T14:08:44.757" v="136" actId="20577"/>
          <ac:spMkLst>
            <pc:docMk/>
            <pc:sldMk cId="1877701230" sldId="544"/>
            <ac:spMk id="5" creationId="{C309643C-48D8-9AE5-E43A-0323BA6BD11E}"/>
          </ac:spMkLst>
        </pc:spChg>
        <pc:picChg chg="add mod">
          <ac:chgData name="Gowtham P" userId="2b3d7d957052d65d" providerId="LiveId" clId="{A8FFFCB9-7562-42D1-8A5F-10A91F5B88A9}" dt="2026-02-20T14:08:33.496" v="135"/>
          <ac:picMkLst>
            <pc:docMk/>
            <pc:sldMk cId="1877701230" sldId="544"/>
            <ac:picMk id="3" creationId="{4B1AE028-31C4-32C5-D473-8C4185640A37}"/>
          </ac:picMkLst>
        </pc:picChg>
        <pc:picChg chg="del">
          <ac:chgData name="Gowtham P" userId="2b3d7d957052d65d" providerId="LiveId" clId="{A8FFFCB9-7562-42D1-8A5F-10A91F5B88A9}" dt="2026-02-20T14:08:32.988" v="134" actId="478"/>
          <ac:picMkLst>
            <pc:docMk/>
            <pc:sldMk cId="1877701230" sldId="544"/>
            <ac:picMk id="6" creationId="{2EC7E19B-5200-4359-3406-ED92301FA35B}"/>
          </ac:picMkLst>
        </pc:picChg>
      </pc:sldChg>
      <pc:sldChg chg="addSp delSp modSp mod ord">
        <pc:chgData name="Gowtham P" userId="2b3d7d957052d65d" providerId="LiveId" clId="{A8FFFCB9-7562-42D1-8A5F-10A91F5B88A9}" dt="2026-02-20T14:55:29.733" v="357" actId="20577"/>
        <pc:sldMkLst>
          <pc:docMk/>
          <pc:sldMk cId="1430138192" sldId="546"/>
        </pc:sldMkLst>
        <pc:spChg chg="add mod">
          <ac:chgData name="Gowtham P" userId="2b3d7d957052d65d" providerId="LiveId" clId="{A8FFFCB9-7562-42D1-8A5F-10A91F5B88A9}" dt="2026-02-20T14:55:29.733" v="357" actId="20577"/>
          <ac:spMkLst>
            <pc:docMk/>
            <pc:sldMk cId="1430138192" sldId="546"/>
            <ac:spMk id="5" creationId="{F8BC3F29-E726-743C-EF0E-1813D8F3BDD3}"/>
          </ac:spMkLst>
        </pc:spChg>
        <pc:spChg chg="del mod">
          <ac:chgData name="Gowtham P" userId="2b3d7d957052d65d" providerId="LiveId" clId="{A8FFFCB9-7562-42D1-8A5F-10A91F5B88A9}" dt="2026-02-20T13:59:52.676" v="5"/>
          <ac:spMkLst>
            <pc:docMk/>
            <pc:sldMk cId="1430138192" sldId="546"/>
            <ac:spMk id="34" creationId="{254AF6C1-32B2-5F72-F2C8-1325617587B7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38" creationId="{8BF913D4-B3EE-56AC-5765-4EBFC8F87739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39" creationId="{C932DF47-7C0D-520D-1EC5-EE821BB8108F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40" creationId="{6E4FDD66-1FAE-FD99-1308-11117437C5B8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41" creationId="{5B07AD19-8A08-50D5-32C5-FCA66A88B3D1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42" creationId="{1E533ADB-6FC2-B41C-FA07-BEDEBCC7DB06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43" creationId="{E5C86F46-641D-B897-4519-FC50BC82E292}"/>
          </ac:spMkLst>
        </pc:spChg>
        <pc:spChg chg="del">
          <ac:chgData name="Gowtham P" userId="2b3d7d957052d65d" providerId="LiveId" clId="{A8FFFCB9-7562-42D1-8A5F-10A91F5B88A9}" dt="2026-02-20T13:59:54.786" v="6" actId="478"/>
          <ac:spMkLst>
            <pc:docMk/>
            <pc:sldMk cId="1430138192" sldId="546"/>
            <ac:spMk id="44" creationId="{B11842FC-D949-DF13-3B91-F3F68EB57B90}"/>
          </ac:spMkLst>
        </pc:spChg>
        <pc:graphicFrameChg chg="modGraphic">
          <ac:chgData name="Gowtham P" userId="2b3d7d957052d65d" providerId="LiveId" clId="{A8FFFCB9-7562-42D1-8A5F-10A91F5B88A9}" dt="2026-02-20T13:59:52.126" v="3" actId="6549"/>
          <ac:graphicFrameMkLst>
            <pc:docMk/>
            <pc:sldMk cId="1430138192" sldId="546"/>
            <ac:graphicFrameMk id="33" creationId="{4CD666E7-E487-1345-3A6E-C8BD3D2F5FE6}"/>
          </ac:graphicFrameMkLst>
        </pc:graphicFrameChg>
        <pc:picChg chg="add mod">
          <ac:chgData name="Gowtham P" userId="2b3d7d957052d65d" providerId="LiveId" clId="{A8FFFCB9-7562-42D1-8A5F-10A91F5B88A9}" dt="2026-02-20T14:30:57.439" v="180" actId="1076"/>
          <ac:picMkLst>
            <pc:docMk/>
            <pc:sldMk cId="1430138192" sldId="546"/>
            <ac:picMk id="3" creationId="{D4BA8F87-1B13-374A-ACB0-C3E478EDF1FF}"/>
          </ac:picMkLst>
        </pc:picChg>
        <pc:picChg chg="add mod">
          <ac:chgData name="Gowtham P" userId="2b3d7d957052d65d" providerId="LiveId" clId="{A8FFFCB9-7562-42D1-8A5F-10A91F5B88A9}" dt="2026-02-20T14:08:15.621" v="129"/>
          <ac:picMkLst>
            <pc:docMk/>
            <pc:sldMk cId="1430138192" sldId="546"/>
            <ac:picMk id="4" creationId="{EE4FA9FE-5E15-F939-8DD6-6C3D36839072}"/>
          </ac:picMkLst>
        </pc:picChg>
        <pc:picChg chg="del">
          <ac:chgData name="Gowtham P" userId="2b3d7d957052d65d" providerId="LiveId" clId="{A8FFFCB9-7562-42D1-8A5F-10A91F5B88A9}" dt="2026-02-20T13:59:54.786" v="6" actId="478"/>
          <ac:picMkLst>
            <pc:docMk/>
            <pc:sldMk cId="1430138192" sldId="546"/>
            <ac:picMk id="35" creationId="{C828CD8E-9144-6E55-E121-32D81AA78D17}"/>
          </ac:picMkLst>
        </pc:picChg>
        <pc:picChg chg="del">
          <ac:chgData name="Gowtham P" userId="2b3d7d957052d65d" providerId="LiveId" clId="{A8FFFCB9-7562-42D1-8A5F-10A91F5B88A9}" dt="2026-02-20T13:59:54.786" v="6" actId="478"/>
          <ac:picMkLst>
            <pc:docMk/>
            <pc:sldMk cId="1430138192" sldId="546"/>
            <ac:picMk id="37" creationId="{311BD926-DA09-1CC9-8267-4F7C3B509799}"/>
          </ac:picMkLst>
        </pc:picChg>
        <pc:picChg chg="del">
          <ac:chgData name="Gowtham P" userId="2b3d7d957052d65d" providerId="LiveId" clId="{A8FFFCB9-7562-42D1-8A5F-10A91F5B88A9}" dt="2026-02-20T13:59:54.786" v="6" actId="478"/>
          <ac:picMkLst>
            <pc:docMk/>
            <pc:sldMk cId="1430138192" sldId="546"/>
            <ac:picMk id="45" creationId="{8BE2ECF8-B9D2-72EB-08D4-08BD6ABFC72B}"/>
          </ac:picMkLst>
        </pc:picChg>
      </pc:sldChg>
      <pc:sldChg chg="addSp delSp modSp mod ord">
        <pc:chgData name="Gowtham P" userId="2b3d7d957052d65d" providerId="LiveId" clId="{A8FFFCB9-7562-42D1-8A5F-10A91F5B88A9}" dt="2026-02-20T15:02:07.924" v="385" actId="1076"/>
        <pc:sldMkLst>
          <pc:docMk/>
          <pc:sldMk cId="3312864423" sldId="547"/>
        </pc:sldMkLst>
        <pc:spChg chg="add mod">
          <ac:chgData name="Gowtham P" userId="2b3d7d957052d65d" providerId="LiveId" clId="{A8FFFCB9-7562-42D1-8A5F-10A91F5B88A9}" dt="2026-02-20T15:02:07.924" v="385" actId="1076"/>
          <ac:spMkLst>
            <pc:docMk/>
            <pc:sldMk cId="3312864423" sldId="547"/>
            <ac:spMk id="3" creationId="{B3286445-778D-48E0-78DD-76DDBDE9C231}"/>
          </ac:spMkLst>
        </pc:spChg>
        <pc:spChg chg="del">
          <ac:chgData name="Gowtham P" userId="2b3d7d957052d65d" providerId="LiveId" clId="{A8FFFCB9-7562-42D1-8A5F-10A91F5B88A9}" dt="2026-02-20T14:19:06.973" v="138" actId="478"/>
          <ac:spMkLst>
            <pc:docMk/>
            <pc:sldMk cId="3312864423" sldId="547"/>
            <ac:spMk id="8" creationId="{EEC360BE-3F8A-8DCC-CDB5-08BA0732E6B2}"/>
          </ac:spMkLst>
        </pc:spChg>
        <pc:picChg chg="add mod">
          <ac:chgData name="Gowtham P" userId="2b3d7d957052d65d" providerId="LiveId" clId="{A8FFFCB9-7562-42D1-8A5F-10A91F5B88A9}" dt="2026-02-20T14:08:23.204" v="132"/>
          <ac:picMkLst>
            <pc:docMk/>
            <pc:sldMk cId="3312864423" sldId="547"/>
            <ac:picMk id="2" creationId="{1A8E9337-BE55-1701-E5C2-E378F1E0D0E9}"/>
          </ac:picMkLst>
        </pc:picChg>
        <pc:picChg chg="del">
          <ac:chgData name="Gowtham P" userId="2b3d7d957052d65d" providerId="LiveId" clId="{A8FFFCB9-7562-42D1-8A5F-10A91F5B88A9}" dt="2026-02-20T14:19:07.964" v="139" actId="478"/>
          <ac:picMkLst>
            <pc:docMk/>
            <pc:sldMk cId="3312864423" sldId="547"/>
            <ac:picMk id="9" creationId="{309DEFA8-9EAA-545F-C980-CDA958F3349A}"/>
          </ac:picMkLst>
        </pc:picChg>
        <pc:picChg chg="del">
          <ac:chgData name="Gowtham P" userId="2b3d7d957052d65d" providerId="LiveId" clId="{A8FFFCB9-7562-42D1-8A5F-10A91F5B88A9}" dt="2026-02-20T14:19:08.568" v="140" actId="478"/>
          <ac:picMkLst>
            <pc:docMk/>
            <pc:sldMk cId="3312864423" sldId="547"/>
            <ac:picMk id="10" creationId="{0491A1D3-35F9-FCDA-32D5-65BF2829240A}"/>
          </ac:picMkLst>
        </pc:picChg>
        <pc:picChg chg="del">
          <ac:chgData name="Gowtham P" userId="2b3d7d957052d65d" providerId="LiveId" clId="{A8FFFCB9-7562-42D1-8A5F-10A91F5B88A9}" dt="2026-02-20T14:08:21.813" v="131" actId="478"/>
          <ac:picMkLst>
            <pc:docMk/>
            <pc:sldMk cId="3312864423" sldId="547"/>
            <ac:picMk id="12" creationId="{7970219F-63E5-1716-0061-A0776BFE7067}"/>
          </ac:picMkLst>
        </pc:picChg>
      </pc:sldChg>
      <pc:sldChg chg="del">
        <pc:chgData name="Gowtham P" userId="2b3d7d957052d65d" providerId="LiveId" clId="{A8FFFCB9-7562-42D1-8A5F-10A91F5B88A9}" dt="2026-02-20T14:08:29.482" v="133" actId="47"/>
        <pc:sldMkLst>
          <pc:docMk/>
          <pc:sldMk cId="2415855315" sldId="549"/>
        </pc:sldMkLst>
      </pc:sldChg>
      <pc:sldChg chg="addSp delSp modSp add mod ord">
        <pc:chgData name="Gowtham P" userId="2b3d7d957052d65d" providerId="LiveId" clId="{A8FFFCB9-7562-42D1-8A5F-10A91F5B88A9}" dt="2026-02-20T14:19:33.684" v="150"/>
        <pc:sldMkLst>
          <pc:docMk/>
          <pc:sldMk cId="1720478395" sldId="550"/>
        </pc:sldMkLst>
        <pc:picChg chg="del">
          <ac:chgData name="Gowtham P" userId="2b3d7d957052d65d" providerId="LiveId" clId="{A8FFFCB9-7562-42D1-8A5F-10A91F5B88A9}" dt="2026-02-20T14:00:51.750" v="13" actId="478"/>
          <ac:picMkLst>
            <pc:docMk/>
            <pc:sldMk cId="1720478395" sldId="550"/>
            <ac:picMk id="3" creationId="{C758F465-EA70-02E5-9E12-B87D5006C79F}"/>
          </ac:picMkLst>
        </pc:picChg>
        <pc:picChg chg="add mod">
          <ac:chgData name="Gowtham P" userId="2b3d7d957052d65d" providerId="LiveId" clId="{A8FFFCB9-7562-42D1-8A5F-10A91F5B88A9}" dt="2026-02-20T14:00:58.256" v="16" actId="1076"/>
          <ac:picMkLst>
            <pc:docMk/>
            <pc:sldMk cId="1720478395" sldId="550"/>
            <ac:picMk id="4" creationId="{AC969B6E-0569-917B-D174-6B906126B03D}"/>
          </ac:picMkLst>
        </pc:picChg>
        <pc:picChg chg="add mod">
          <ac:chgData name="Gowtham P" userId="2b3d7d957052d65d" providerId="LiveId" clId="{A8FFFCB9-7562-42D1-8A5F-10A91F5B88A9}" dt="2026-02-20T14:08:17.765" v="130"/>
          <ac:picMkLst>
            <pc:docMk/>
            <pc:sldMk cId="1720478395" sldId="550"/>
            <ac:picMk id="5" creationId="{3403D9F8-E105-611F-FF97-B3D0B974DEFD}"/>
          </ac:picMkLst>
        </pc:picChg>
      </pc:sldChg>
      <pc:sldChg chg="addSp modSp add mod">
        <pc:chgData name="Gowtham P" userId="2b3d7d957052d65d" providerId="LiveId" clId="{A8FFFCB9-7562-42D1-8A5F-10A91F5B88A9}" dt="2026-02-20T14:51:27.897" v="298" actId="14100"/>
        <pc:sldMkLst>
          <pc:docMk/>
          <pc:sldMk cId="3639747620" sldId="551"/>
        </pc:sldMkLst>
        <pc:spChg chg="add mod">
          <ac:chgData name="Gowtham P" userId="2b3d7d957052d65d" providerId="LiveId" clId="{A8FFFCB9-7562-42D1-8A5F-10A91F5B88A9}" dt="2026-02-20T14:51:27.897" v="298" actId="14100"/>
          <ac:spMkLst>
            <pc:docMk/>
            <pc:sldMk cId="3639747620" sldId="551"/>
            <ac:spMk id="3" creationId="{A87AF2C7-A522-4C39-F209-8921FDBE739C}"/>
          </ac:spMkLst>
        </pc:spChg>
      </pc:sldChg>
      <pc:sldChg chg="modSp add mod">
        <pc:chgData name="Gowtham P" userId="2b3d7d957052d65d" providerId="LiveId" clId="{A8FFFCB9-7562-42D1-8A5F-10A91F5B88A9}" dt="2026-02-20T14:52:20.905" v="314" actId="403"/>
        <pc:sldMkLst>
          <pc:docMk/>
          <pc:sldMk cId="2579257381" sldId="552"/>
        </pc:sldMkLst>
        <pc:spChg chg="mod">
          <ac:chgData name="Gowtham P" userId="2b3d7d957052d65d" providerId="LiveId" clId="{A8FFFCB9-7562-42D1-8A5F-10A91F5B88A9}" dt="2026-02-20T14:52:20.905" v="314" actId="403"/>
          <ac:spMkLst>
            <pc:docMk/>
            <pc:sldMk cId="2579257381" sldId="552"/>
            <ac:spMk id="3" creationId="{30AA7290-9ECB-D8EE-3A56-360E8AE6125A}"/>
          </ac:spMkLst>
        </pc:spChg>
      </pc:sldChg>
      <pc:sldChg chg="modSp add mod">
        <pc:chgData name="Gowtham P" userId="2b3d7d957052d65d" providerId="LiveId" clId="{A8FFFCB9-7562-42D1-8A5F-10A91F5B88A9}" dt="2026-02-20T14:53:12.288" v="327" actId="12"/>
        <pc:sldMkLst>
          <pc:docMk/>
          <pc:sldMk cId="2632331427" sldId="553"/>
        </pc:sldMkLst>
        <pc:spChg chg="mod">
          <ac:chgData name="Gowtham P" userId="2b3d7d957052d65d" providerId="LiveId" clId="{A8FFFCB9-7562-42D1-8A5F-10A91F5B88A9}" dt="2026-02-20T14:53:12.288" v="327" actId="12"/>
          <ac:spMkLst>
            <pc:docMk/>
            <pc:sldMk cId="2632331427" sldId="553"/>
            <ac:spMk id="3" creationId="{87566484-AA1E-E21A-40A8-9C219B13A546}"/>
          </ac:spMkLst>
        </pc:spChg>
      </pc:sldChg>
      <pc:sldChg chg="modSp add mod">
        <pc:chgData name="Gowtham P" userId="2b3d7d957052d65d" providerId="LiveId" clId="{A8FFFCB9-7562-42D1-8A5F-10A91F5B88A9}" dt="2026-02-20T15:03:34.743" v="400" actId="12"/>
        <pc:sldMkLst>
          <pc:docMk/>
          <pc:sldMk cId="3023094522" sldId="554"/>
        </pc:sldMkLst>
        <pc:spChg chg="mod">
          <ac:chgData name="Gowtham P" userId="2b3d7d957052d65d" providerId="LiveId" clId="{A8FFFCB9-7562-42D1-8A5F-10A91F5B88A9}" dt="2026-02-20T15:03:34.743" v="400" actId="12"/>
          <ac:spMkLst>
            <pc:docMk/>
            <pc:sldMk cId="3023094522" sldId="554"/>
            <ac:spMk id="3" creationId="{2F516B2A-B911-C2E5-54B2-9C936889F381}"/>
          </ac:spMkLst>
        </pc:spChg>
      </pc:sldChg>
      <pc:sldChg chg="modSp add del mod">
        <pc:chgData name="Gowtham P" userId="2b3d7d957052d65d" providerId="LiveId" clId="{A8FFFCB9-7562-42D1-8A5F-10A91F5B88A9}" dt="2026-02-20T14:53:20.316" v="328" actId="47"/>
        <pc:sldMkLst>
          <pc:docMk/>
          <pc:sldMk cId="3704402717" sldId="554"/>
        </pc:sldMkLst>
        <pc:spChg chg="mod">
          <ac:chgData name="Gowtham P" userId="2b3d7d957052d65d" providerId="LiveId" clId="{A8FFFCB9-7562-42D1-8A5F-10A91F5B88A9}" dt="2026-02-20T14:45:57.867" v="262" actId="12"/>
          <ac:spMkLst>
            <pc:docMk/>
            <pc:sldMk cId="3704402717" sldId="554"/>
            <ac:spMk id="3" creationId="{7E42B6B3-DA1F-300B-D484-D718560E57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A55AA-C1DD-4230-ACB8-88815F941E95}" type="datetimeFigureOut">
              <a:rPr lang="en-IN" smtClean="0"/>
              <a:t>2026-02-21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7CFA9-5133-4769-848F-4B7181E70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1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7CFA9-5133-4769-848F-4B7181E7014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4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164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919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34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40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561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431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7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9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07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5061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119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845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8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4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34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55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1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0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  <p:sldLayoutId id="2147483895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452" y="29982"/>
            <a:ext cx="11817095" cy="1417319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Kickstarter crowdfunding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8EE63-A40D-BE13-8777-597FCB492F07}"/>
              </a:ext>
            </a:extLst>
          </p:cNvPr>
          <p:cNvSpPr txBox="1"/>
          <p:nvPr/>
        </p:nvSpPr>
        <p:spPr>
          <a:xfrm>
            <a:off x="3849624" y="3154681"/>
            <a:ext cx="5084064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GROUP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4B80E-9B52-B330-7293-8F1EF07CF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70" y="1682497"/>
            <a:ext cx="3960259" cy="549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1A3F21-F0B4-8B1D-595D-058A040EFDFD}"/>
              </a:ext>
            </a:extLst>
          </p:cNvPr>
          <p:cNvSpPr txBox="1"/>
          <p:nvPr/>
        </p:nvSpPr>
        <p:spPr>
          <a:xfrm>
            <a:off x="5774267" y="4199467"/>
            <a:ext cx="62302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PARTICIPANTS: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REVATI PATIL</a:t>
            </a:r>
            <a:b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SOUNDARYA GOPI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DIPALI BOTE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GOWTHAM P.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S. SREHITHA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NIKHITHA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SUHAS HALWAI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8E9337-BE55-1701-E5C2-E378F1E0D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86445-778D-48E0-78DD-76DDBDE9C231}"/>
              </a:ext>
            </a:extLst>
          </p:cNvPr>
          <p:cNvSpPr txBox="1"/>
          <p:nvPr/>
        </p:nvSpPr>
        <p:spPr>
          <a:xfrm>
            <a:off x="716280" y="235207"/>
            <a:ext cx="1132941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 Kickstarter Crowdfunding Project Analysis</a:t>
            </a:r>
          </a:p>
          <a:p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1 – Total Projects by Outcome (Chart &amp; Observation)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2 – Total Projects by Location (Chart &amp; Observation)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3 – Total Projects by Category (Chart &amp; Observation)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4 – Total Projects by Time (Year, Quarter, Month) (Chart &amp; Observation)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5 – Successful Projects Analysis (Amount Raised, Backers, Duration)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Queries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Business Recommendations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86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40160-5B39-B148-C812-DCA10746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490240-C3B1-9C75-4939-EC92C1DA979E}"/>
              </a:ext>
            </a:extLst>
          </p:cNvPr>
          <p:cNvSpPr txBox="1"/>
          <p:nvPr/>
        </p:nvSpPr>
        <p:spPr>
          <a:xfrm>
            <a:off x="557784" y="359045"/>
            <a:ext cx="114879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1 – Total Number of Projects by Outcome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Failed projects represent the largest share of total campaigns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projects account for approximately 38% of total projects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Canceled projects represent a smaller portion compared to failed and successful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few projects fall under suspended or purged status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of campaigns do not achieve funding goals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 rate indicates crowdfunding is highly competitive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planning, goal setting, and promotion influence outcomes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campaign strategy can increase success probability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9A02-E966-AB48-B500-28463ECB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6CC1BE-F4EA-7619-8A03-DDE8E640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7AF2C7-A522-4C39-F209-8921FDBE739C}"/>
              </a:ext>
            </a:extLst>
          </p:cNvPr>
          <p:cNvSpPr txBox="1"/>
          <p:nvPr/>
        </p:nvSpPr>
        <p:spPr>
          <a:xfrm>
            <a:off x="810768" y="768292"/>
            <a:ext cx="10674096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2 – Total Number of Projects by Location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has the highest number of projects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countries contribute significantly fewer campaigns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Crowdfunding activity is concentrated in a few regions.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Kickstarter adoption is strongest in the US market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participation is comparatively limited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potential growth opportunities in global markets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awareness and accessibility impact campaign volume</a:t>
            </a: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4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5738-B6F9-3CE7-E7C2-1C78A894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C5E53E-FA80-C329-2319-F5E8061D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AA7290-9ECB-D8EE-3A56-360E8AE6125A}"/>
              </a:ext>
            </a:extLst>
          </p:cNvPr>
          <p:cNvSpPr txBox="1"/>
          <p:nvPr/>
        </p:nvSpPr>
        <p:spPr>
          <a:xfrm>
            <a:off x="746760" y="720566"/>
            <a:ext cx="1057046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3 – Total Number of Projects by Category</a:t>
            </a:r>
          </a:p>
          <a:p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categories have significantly higher project counts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 categories such as Games, Design, and Film show strong presence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categories have relatively low participation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categories attract more creators and backers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demand influences campaign creation volume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categories may have lower success probability due to saturation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selection plays an important role in campaign performance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257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9C0D-415C-2B42-FB9F-E84E71BF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9E77F8-0F87-DA5F-F4C7-3A25A2375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566484-AA1E-E21A-40A8-9C219B13A546}"/>
              </a:ext>
            </a:extLst>
          </p:cNvPr>
          <p:cNvSpPr txBox="1"/>
          <p:nvPr/>
        </p:nvSpPr>
        <p:spPr>
          <a:xfrm>
            <a:off x="810768" y="768292"/>
            <a:ext cx="105704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4 – Total Number of Projects by Year, Quarter, and Month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creation varies across different years and time periods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years show higher campaign activity than others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observed across months and quarters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Crowdfunding activity shows growth trends over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periods may be more favorable for launching campaigns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such as market trends and awareness influence campaign creation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plays an important role in campaign visibility and engagement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3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5AB8-33FC-65AB-F009-5AEE5655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BCDE0-0F4B-80AA-6941-78B95A91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516B2A-B911-C2E5-54B2-9C936889F381}"/>
              </a:ext>
            </a:extLst>
          </p:cNvPr>
          <p:cNvSpPr txBox="1"/>
          <p:nvPr/>
        </p:nvSpPr>
        <p:spPr>
          <a:xfrm>
            <a:off x="810768" y="768292"/>
            <a:ext cx="10570464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5 – Successful Projects Analysis (Amount Raised, Backers, Duration)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Raised by Successful Projects: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$3.48 Billion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Backers: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Million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Project Duration: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 Days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projects attracted strong financial and community support</a:t>
            </a:r>
          </a:p>
          <a:p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funding amounts indicate strong investor confidence in successful projects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backers shows high user engagement and platform trust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projects require sufficient time to gain visibility and funding momentum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with better reach and engagement tend to achieve higher success</a:t>
            </a:r>
          </a:p>
          <a:p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9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E347D3-FE84-AE20-D3CA-59B8E178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46905-A52B-908B-1F98-D5DB4E1A8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845"/>
            <a:ext cx="11842085" cy="631115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C7153B7-C015-8FD3-21FE-B4B160BFA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5" y="-1"/>
            <a:ext cx="4909790" cy="54684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E7B4-5854-545C-889F-CA6AAA31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AB03F0-9E2E-A337-F260-5500511A4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6C1880-3404-FD73-1288-73689E9E7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906"/>
            <a:ext cx="12192000" cy="6147914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3F810911-4E44-EE7F-C913-8D28F3171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5" y="-1"/>
            <a:ext cx="4909790" cy="54684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347343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A8F87-1B13-374A-ACB0-C3E478ED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70" y="1010412"/>
            <a:ext cx="11057492" cy="483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4FA9FE-5E15-F939-8DD6-6C3D3683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BC3F29-E726-743C-EF0E-1813D8F3BDD3}"/>
              </a:ext>
            </a:extLst>
          </p:cNvPr>
          <p:cNvSpPr txBox="1"/>
          <p:nvPr/>
        </p:nvSpPr>
        <p:spPr>
          <a:xfrm>
            <a:off x="466670" y="482883"/>
            <a:ext cx="4007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77D3-6AFB-9A1B-3EFE-A9B44DA1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969B6E-0569-917B-D174-6B906126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038" y="211181"/>
            <a:ext cx="7974234" cy="6435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03D9F8-E105-611F-FF97-B3D0B974D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78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AA92C-C56D-03A1-EA51-1466E5BE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EE638E-62A0-D84E-1F7F-D55A9D03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C01930-3B46-BC3A-0A18-25AC13958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1786"/>
            <a:ext cx="12045696" cy="588131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4A72C0-D85C-6A16-C6B9-B784F6EB6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" y="193388"/>
            <a:ext cx="5619794" cy="482884"/>
          </a:xfrm>
        </p:spPr>
        <p:txBody>
          <a:bodyPr/>
          <a:lstStyle/>
          <a:p>
            <a:pPr algn="l"/>
            <a:r>
              <a:rPr lang="en-US" sz="2800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233565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EDEE-033C-5840-4279-275DFCC5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B32CBC-DD98-A19A-77A0-AE24C6D52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A062E8-FC22-9FF8-0238-230817D78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33"/>
            <a:ext cx="12192000" cy="62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4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6928C-8C0F-DE58-AA52-3AABB290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251BF6-835E-C95C-8760-2A6FEB53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474A2-B4BB-4C0C-3F00-D0EAA6AFC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883"/>
            <a:ext cx="8078994" cy="48313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60BBD1-702E-C219-94EF-D982E8B72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98" y="1882588"/>
            <a:ext cx="7212840" cy="4975412"/>
          </a:xfrm>
          <a:prstGeom prst="rect">
            <a:avLst/>
          </a:prstGeom>
          <a:ln>
            <a:solidFill>
              <a:schemeClr val="accent6">
                <a:lumMod val="90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46CB72-55C1-992B-C44B-F923A7D8E9FE}"/>
              </a:ext>
            </a:extLst>
          </p:cNvPr>
          <p:cNvSpPr txBox="1"/>
          <p:nvPr/>
        </p:nvSpPr>
        <p:spPr>
          <a:xfrm>
            <a:off x="146304" y="0"/>
            <a:ext cx="6097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Mysql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05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CE021-252E-F3B8-F819-B9ED2C2E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C5AAE0-BBF8-8C22-774F-A02267AC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309E40-8AFA-F0BC-8E11-7E3AD241F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" y="516124"/>
            <a:ext cx="12045696" cy="634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7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A8F1-5475-BA5A-A772-FBD60D07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D06508-1245-D8A1-7D45-E37567A0D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3BB3A0-A9F1-DAF4-B2A9-11FF0BC16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68910"/>
              </p:ext>
            </p:extLst>
          </p:nvPr>
        </p:nvGraphicFramePr>
        <p:xfrm>
          <a:off x="710006" y="719665"/>
          <a:ext cx="11335689" cy="5591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8563">
                  <a:extLst>
                    <a:ext uri="{9D8B030D-6E8A-4147-A177-3AD203B41FA5}">
                      <a16:colId xmlns:a16="http://schemas.microsoft.com/office/drawing/2014/main" val="2640749094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2781588410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1429259010"/>
                    </a:ext>
                  </a:extLst>
                </a:gridCol>
              </a:tblGrid>
              <a:tr h="570361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WORKAROUND</a:t>
                      </a:r>
                      <a:r>
                        <a:rPr lang="en-US" sz="23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336336"/>
                  </a:ext>
                </a:extLst>
              </a:tr>
              <a:tr h="817377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Dates in EPOCH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UNIX/EPOCH timestamps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dates in normal date using formulas.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596161"/>
                  </a:ext>
                </a:extLst>
              </a:tr>
              <a:tr h="1167681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Currency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USD rate was 1 in the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 USD rates for January 26 for currencies in the dataset.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76831"/>
                  </a:ext>
                </a:extLst>
              </a:tr>
              <a:tr h="1517985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Modeling in Excel and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5 tables—</a:t>
                      </a:r>
                      <a:b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Projects, Creator, Category, Location and Calendar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star schema using Projects as Fact table and other tables as Dimension tables.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91923"/>
                  </a:ext>
                </a:extLst>
              </a:tr>
              <a:tr h="1517985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</a:t>
                      </a:r>
                    </a:p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 More than 3.5 lakhs records with 4 tables</a:t>
                      </a:r>
                    </a:p>
                    <a:p>
                      <a:pPr algn="l"/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performance hampered.</a:t>
                      </a:r>
                    </a:p>
                    <a:p>
                      <a:pPr algn="l"/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Stopped background refreshing with pivot table, deleted unnecessary columns like blurb from Projects table.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231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6E8038-3205-6A09-A1F7-9F836F717D40}"/>
              </a:ext>
            </a:extLst>
          </p:cNvPr>
          <p:cNvSpPr txBox="1"/>
          <p:nvPr/>
        </p:nvSpPr>
        <p:spPr>
          <a:xfrm>
            <a:off x="710860" y="177614"/>
            <a:ext cx="4690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3946880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47B5-AAC3-D7B5-2240-6DF7BDC6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595E2-537B-2E89-09E3-EC35CDE8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2EFC32-6A71-06A5-0A2D-66DF420AF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710800"/>
              </p:ext>
            </p:extLst>
          </p:nvPr>
        </p:nvGraphicFramePr>
        <p:xfrm>
          <a:off x="710007" y="539834"/>
          <a:ext cx="11335689" cy="6194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8563">
                  <a:extLst>
                    <a:ext uri="{9D8B030D-6E8A-4147-A177-3AD203B41FA5}">
                      <a16:colId xmlns:a16="http://schemas.microsoft.com/office/drawing/2014/main" val="2640749094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2781588410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1429259010"/>
                    </a:ext>
                  </a:extLst>
                </a:gridCol>
              </a:tblGrid>
              <a:tr h="459233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WORKAROUND/SOLUTION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336336"/>
                  </a:ext>
                </a:extLst>
              </a:tr>
              <a:tr h="1261849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 in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import wizard not working due to large dataset and special characters in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dataset into UTF-8 CSV for special characters.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LOAD DATA INFILE method to load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41161"/>
                  </a:ext>
                </a:extLst>
              </a:tr>
              <a:tr h="2142208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Wrongly converted CSV caused load errors in MySQL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Malformed rows, special characters, misaligned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failing line numbers, inspected raw CSV in VS Code, corrected malformed rows manually, ensured consistent column count, re‑saved as UTF‑8 CSV, and successfully reloaded into MySQL.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37495"/>
                  </a:ext>
                </a:extLst>
              </a:tr>
              <a:tr h="1261849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number of visuals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Cluttering of dashboard visuals in Power BI and Tableau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dashboard in 2 pages with navigation buttons for each page. Adjusted the canvas sizes to better fit the visuals.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887706"/>
                  </a:ext>
                </a:extLst>
              </a:tr>
              <a:tr h="888816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Problems with theme, colors,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Problems with selection of colors, font sizes, background,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tools helped a lot in this.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148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926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10A7-70C1-F305-8130-E0255280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B185BF-6AD8-2823-5D71-7F14CB193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2512B-B67D-69AE-176F-4FFD9D171DD8}"/>
              </a:ext>
            </a:extLst>
          </p:cNvPr>
          <p:cNvSpPr txBox="1"/>
          <p:nvPr/>
        </p:nvSpPr>
        <p:spPr>
          <a:xfrm>
            <a:off x="677732" y="778207"/>
            <a:ext cx="113679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3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Kickstarter analysis across Excel, MySQL, Tableau, and Power BI provided a complete end‑to‑end understanding of project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data enabled accurate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dashboards highlighted clear patterns in category performance, funding behavior, and geographic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multi‑tool workflow ensured accuracy (MySQL), clarity (Excel), interactivity (Tableau), and executive storytelling (Power BI).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 with Lower Funding Goals show higher success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High‑goal categories (Tech, Games) attract funding but fail more often.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US, GB, and Canada dominate successful campaigns.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Huge gap between US and GB successful projects.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636138-5DDC-9E65-CED6-00C2AACB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A06F765-6963-FEDE-D81F-117638BE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633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FDA4-F1F0-260C-AF50-871821DE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C9BC46-7F60-0ED7-81BC-0C3EA45A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4EBBE-A2D1-1C16-7D54-E39D992BF562}"/>
              </a:ext>
            </a:extLst>
          </p:cNvPr>
          <p:cNvSpPr txBox="1"/>
          <p:nvPr/>
        </p:nvSpPr>
        <p:spPr>
          <a:xfrm>
            <a:off x="677732" y="778207"/>
            <a:ext cx="113679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 creators to set realistic funding goals based on category benchmarks.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Highlight creator credibility to build trust with backers.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Promote high‑potential categories with targeted marketing.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Expand global outreach with localized support.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Recommend optimal launch windows based on historical trends.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Kickstarter improve creator success rates, strengthen platform trust, and drive overall </a:t>
            </a: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data‑driven decision‑making.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1C7227-0C35-3D90-064F-05DFA1947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AFD1FD-DB10-4C34-5FCC-18F6B0349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41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067" y="1376413"/>
            <a:ext cx="5390629" cy="1674796"/>
          </a:xfrm>
        </p:spPr>
        <p:txBody>
          <a:bodyPr/>
          <a:lstStyle/>
          <a:p>
            <a:r>
              <a:rPr lang="en-US" sz="66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sz="6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1AE028-31C4-32C5-D473-8C418564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3">
    <a:dk1>
      <a:srgbClr val="000000"/>
    </a:dk1>
    <a:lt1>
      <a:srgbClr val="FFFFFF"/>
    </a:lt1>
    <a:dk2>
      <a:srgbClr val="64DFED"/>
    </a:dk2>
    <a:lt2>
      <a:srgbClr val="E7E6E6"/>
    </a:lt2>
    <a:accent1>
      <a:srgbClr val="92CDF0"/>
    </a:accent1>
    <a:accent2>
      <a:srgbClr val="92CDF0"/>
    </a:accent2>
    <a:accent3>
      <a:srgbClr val="ABC3F0"/>
    </a:accent3>
    <a:accent4>
      <a:srgbClr val="C3B9F2"/>
    </a:accent4>
    <a:accent5>
      <a:srgbClr val="AAA5F9"/>
    </a:accent5>
    <a:accent6>
      <a:srgbClr val="F6A6F4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1012</Words>
  <Application>Microsoft Office PowerPoint</Application>
  <PresentationFormat>Widescreen</PresentationFormat>
  <Paragraphs>147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Segoe UI Light</vt:lpstr>
      <vt:lpstr>Times New Roman</vt:lpstr>
      <vt:lpstr>Tw Cen MT</vt:lpstr>
      <vt:lpstr>Wingdings</vt:lpstr>
      <vt:lpstr>1_Office Theme</vt:lpstr>
      <vt:lpstr>Kickstarter crowdfunding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</vt:lpstr>
      <vt:lpstr>EXCEL DASHBOARD</vt:lpstr>
      <vt:lpstr>PowerPoint Presentation</vt:lpstr>
      <vt:lpstr>PowerPoint Presentation</vt:lpstr>
      <vt:lpstr>TABLEAU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P</dc:creator>
  <cp:lastModifiedBy>Suhas Halwai</cp:lastModifiedBy>
  <cp:revision>3</cp:revision>
  <dcterms:created xsi:type="dcterms:W3CDTF">2025-06-09T16:31:27Z</dcterms:created>
  <dcterms:modified xsi:type="dcterms:W3CDTF">2026-02-21T05:30:36Z</dcterms:modified>
</cp:coreProperties>
</file>